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99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722815" y="3657600"/>
            <a:ext cx="3657600" cy="3657600"/>
          </a:xfrm>
          <a:prstGeom prst="ellipse">
            <a:avLst/>
          </a:prstGeom>
          <a:solidFill>
            <a:srgbClr val="6EE7B7">
              <a:alpha val="60000"/>
            </a:srgbClr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384048" cy="38404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30936" y="603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4E3B"/>
                </a:solidFill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6035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MMU SUSTAINABLE COMPUTING HACKATHON ·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0058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cost the planet to charge your stuff?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carbon-aware calculator for the everyday charge — phone, tablet, laptop — using live UK National Grid data.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989320"/>
            <a:ext cx="54864" cy="4572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59618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SHARIA ALAM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236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25937881  ·  Manchester Metropolitan University  ·  greencompute.uk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 </a:t>
            </a:r>
            <a:r>
              <a:rPr lang="en-US" sz="9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MMU Sustainable Computing Hackathon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9496" y="65836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 ·  WHAT WE BUILT AND WHY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calculators talk about flights and meat. Nobody talks about the everyday charge.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DOES 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laptops, tablets — multiple times a day, every day.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301752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32461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CARBON CHANGES HOURLY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5–10×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72000" y="44805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grid CO₂/kWh swings through the day: wind at night, solar at noon, gas at peak.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301752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0" y="32461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STUDENT-FACING TOOL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412480" y="44805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target enterprise. Students charge ten devices and never see the cost.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5623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this, why now: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charge constantly, the UK grid is suddenly very transparent (free public API), and behaviour change needs </a:t>
            </a:r>
            <a:r>
              <a:rPr lang="en-US" sz="1300" b="1" i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numbers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a lecture.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 </a:t>
            </a:r>
            <a:r>
              <a:rPr lang="en-US" sz="9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MMU Sustainable Computing Hackathon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9496" y="65836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UK grid · half-hour resolution · 48-hour forecast</a:t>
            </a:r>
            <a:endParaRPr lang="en-US" sz="3000" dirty="0"/>
          </a:p>
        </p:txBody>
      </p:sp>
      <p:pic>
        <p:nvPicPr>
          <p:cNvPr id="7" name="Image 0" descr="/Users/alam/Downloads/hackathon/assets/03-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011680"/>
            <a:ext cx="7498080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20116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45820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58200" y="26974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Grid ESO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Intensity API — free, public, no key.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postcode → regional </a:t>
            </a:r>
            <a:r>
              <a:rPr lang="en-US" sz="12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gCO₂/kWh forecast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next 48 hours.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fuel + index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(very-low → very-high)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band = greenest charge window for the current charge length.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 </a:t>
            </a:r>
            <a:r>
              <a:rPr lang="en-US" sz="9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MMU Sustainable Computing Hackathon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9496" y="65836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FEATURE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charge. Same battery. Different carbon.</a:t>
            </a:r>
            <a:endParaRPr lang="en-US" sz="3200" dirty="0"/>
          </a:p>
        </p:txBody>
      </p:sp>
      <p:pic>
        <p:nvPicPr>
          <p:cNvPr id="7" name="Image 0" descr="/Users/alam/Downloads/hackathon/assets/02-now-or-la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920240"/>
            <a:ext cx="11247120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521208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5349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70–83%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31520" y="59893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saved per charge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6126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shifting to greenest window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521208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0" y="5349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572000" y="59893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Carbon Intensity API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0" y="6126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every 30 minutes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138160" y="521208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12480" y="5349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8412480" y="59893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hardware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412480" y="6126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postcode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 </a:t>
            </a:r>
            <a:r>
              <a:rPr lang="en-US" sz="9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MMU Sustainable Computing Hackathon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9496" y="65836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APP MISSES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phone while it charges wastes more energy than you think.</a:t>
            </a:r>
            <a:endParaRPr lang="en-US" sz="2800" dirty="0"/>
          </a:p>
        </p:txBody>
      </p:sp>
      <p:pic>
        <p:nvPicPr>
          <p:cNvPr id="7" name="Image 0" descr="/Users/alam/Downloads/hackathon/assets/04-while-charg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920240"/>
            <a:ext cx="7772400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920240"/>
            <a:ext cx="3200400" cy="384048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7325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732520" y="2606040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= wasted energy. 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 heats the battery and chipset — charging becomes less efficient.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while charging: 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while charging: 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first, scroll later.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battery delta · same charger · only the activity changes.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 </a:t>
            </a:r>
            <a:r>
              <a:rPr lang="en-US" sz="9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MMU Sustainable Computing Hackathon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9496" y="65836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BY OUR FACULTY  ·  TWO LEVERS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AI task. Different device — and different kind of AI.</a:t>
            </a:r>
            <a:endParaRPr lang="en-US" sz="2800" dirty="0"/>
          </a:p>
        </p:txBody>
      </p:sp>
      <p:pic>
        <p:nvPicPr>
          <p:cNvPr id="7" name="Image 0" descr="/Users/alam/Downloads/hackathon/assets/05-task-devi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920240"/>
            <a:ext cx="777240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920240"/>
            <a:ext cx="3200400" cy="393192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7325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levers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732520" y="260604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device:  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uses 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4.5× more local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energy than a phone.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AI:  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~1g · long ctx ~12g · image ~3g · 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~90g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output.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b="1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chat reply.</a:t>
            </a: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Video gen sparingly.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share also swings 30× across AI types — from short chat (~25 g/hr) to video gen (~900 g/hr). Picker reveals it live.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 </a:t>
            </a:r>
            <a:r>
              <a:rPr lang="en-US" sz="900" kern="0" spc="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MMU Sustainable Computing Hackathon ·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34095" y="3657600"/>
            <a:ext cx="4572000" cy="4572000"/>
          </a:xfrm>
          <a:prstGeom prst="ellipse">
            <a:avLst/>
          </a:prstGeom>
          <a:solidFill>
            <a:srgbClr val="6EE7B7">
              <a:alpha val="50000"/>
            </a:srgbClr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9496" y="658368"/>
            <a:ext cx="109728" cy="109728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GUESSTIMATE OF POSITIVE ENVIRONMENTAL IMPACT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everyone shifted one daily charge to the greenest window…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6EE7B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359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g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/ year saved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19456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2359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MMU STUDENTS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8 t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26280" y="3108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/ year saved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219456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6EE7B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2359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 UK UNI STUDENTS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6676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t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366760" y="3108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/ year saved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1.5 km driven (petrol car)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 – 5 UK cars off the road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6676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150 UK cars off the road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charge.  Same battery.  Same device.  </a:t>
            </a: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timing changes.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539496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 ·  </a:t>
            </a: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Per-charge saving averaged at 0.7 g CO₂ (iPhone-class, NW England grid, shifted from peak to greenest 3 h window). Scaled linearly.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 </a:t>
            </a:r>
            <a:r>
              <a:rPr lang="en-US" sz="9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MMU Sustainable Computing Hackathon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9496" y="65836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 ·  LESSONS LEARNED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hard, what surprised us, what we&amp;#x2019;d do next.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EF3C7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5661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heat losses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clean public dataset for the &amp;#x201C;while-charging penalty.&amp;#x201D; We landed on industry ranges (15-30%) and made the assumption explicit in the UI.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is brand new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is no longer cached by default, app router patterns shifted — had to read the in-tree docs before writing UI code.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6634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Calibrating per-device specs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Manufacturer-published battery Wh, charging power and idle draw don&amp;#x2019;t always agree. We picked conservative middle values.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01168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DBEAFE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0" y="2011680"/>
            <a:ext cx="356616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dominates for AI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expected device choice to swing AI carbon. The server side is ~50&amp;#x202F;g/hr — bigger than any device. Reframed the message.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3657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Per-charge numbers are tiny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iPhone charge is &amp;lt; 1&amp;#x202F;g CO&amp;#x2082;. The story isn&amp;#x2019;t a single charge — it&amp;#x2019;s 25k students &amp;#xD7; 365 days.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46634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80%+ is realistic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grid swings from ~17 to ~100&amp;#x202F;gCO&amp;#x2082;/kWh in a day. Timing alone gets you most of the win.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01168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DCFCE7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38160" y="2011680"/>
            <a:ext cx="35661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beats operational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one phone &amp;#x2248; 2-3 years of green charging. The biggest behaviour change is keeping devices longer.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66760" y="3657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&amp;gt; efficiency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5% efficiency tweak loses to a well-timed 80% grid shift. The grid is the lever.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66760" y="46634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numbers move people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&amp;#x201C;Your phone, your postcode, right now&amp;#x201D; lands harder than a global stat. We&amp;#x2019;d build a PWA notification next.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this tool covers operational charging carbon — not embodied device carbon, not networking. We surface those caveats in the UI.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 </a:t>
            </a:r>
            <a:r>
              <a:rPr lang="en-US" sz="900" kern="0" spc="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MMU Sustainable Computing Hackathon ·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534095" y="-1828800"/>
            <a:ext cx="5486400" cy="548640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6EE7B7">
              <a:alpha val="45000"/>
            </a:srgbClr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40080"/>
            <a:ext cx="54864" cy="38404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60350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is running right now.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7315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devices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tablets, MacBooks, ThinkPads, XPS 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4572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activities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· light · streaming · call · gaming ·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4572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 forecast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UK regional grid carbon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6355080"/>
            <a:ext cx="54864" cy="3657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63276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SHARIA ALAM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5471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25937881  ·  Manchester Metropolitan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1074</Words>
  <Application>Microsoft Macintosh PowerPoint</Application>
  <PresentationFormat>Widescreen</PresentationFormat>
  <Paragraphs>141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Charge — MMU Sustainable Computing Hackathon 2026</dc:title>
  <dc:subject>PptxGenJS Presentation</dc:subject>
  <dc:creator>Green Charge team</dc:creator>
  <cp:lastModifiedBy>Sharia alam</cp:lastModifiedBy>
  <cp:revision>1</cp:revision>
  <dcterms:created xsi:type="dcterms:W3CDTF">2026-05-27T13:14:18Z</dcterms:created>
  <dcterms:modified xsi:type="dcterms:W3CDTF">2026-05-27T13:25:46Z</dcterms:modified>
</cp:coreProperties>
</file>